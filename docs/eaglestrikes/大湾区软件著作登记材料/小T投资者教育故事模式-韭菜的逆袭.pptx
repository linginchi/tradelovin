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7" r:id="rId2"/>
    <p:sldId id="284" r:id="rId3"/>
    <p:sldId id="279" r:id="rId4"/>
    <p:sldId id="280" r:id="rId5"/>
    <p:sldId id="286" r:id="rId6"/>
    <p:sldId id="288" r:id="rId7"/>
    <p:sldId id="281" r:id="rId8"/>
    <p:sldId id="282" r:id="rId9"/>
    <p:sldId id="289" r:id="rId10"/>
    <p:sldId id="283" r:id="rId11"/>
    <p:sldId id="287" r:id="rId12"/>
    <p:sldId id="263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A5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25"/>
    <p:restoredTop sz="94604"/>
  </p:normalViewPr>
  <p:slideViewPr>
    <p:cSldViewPr snapToGrid="0" snapToObjects="1">
      <p:cViewPr>
        <p:scale>
          <a:sx n="110" d="100"/>
          <a:sy n="110" d="100"/>
        </p:scale>
        <p:origin x="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15E52B-6066-3840-A01F-6CE6EAA96BFE}" type="datetimeFigureOut">
              <a:rPr kumimoji="1" lang="zh-CN" altLang="en-US" smtClean="0"/>
              <a:t>2019/7/16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555DEA-11A1-9A44-A42C-6B61F17C55A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34298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8303-F35C-2343-A3C9-C0B474B4FE4B}" type="datetimeFigureOut">
              <a:rPr kumimoji="1" lang="zh-CN" altLang="en-US" smtClean="0"/>
              <a:t>2019/7/16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275D-4FD3-F049-80B9-049CB4137F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67421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8303-F35C-2343-A3C9-C0B474B4FE4B}" type="datetimeFigureOut">
              <a:rPr kumimoji="1" lang="zh-CN" altLang="en-US" smtClean="0"/>
              <a:t>2019/7/16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275D-4FD3-F049-80B9-049CB4137F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2674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8303-F35C-2343-A3C9-C0B474B4FE4B}" type="datetimeFigureOut">
              <a:rPr kumimoji="1" lang="zh-CN" altLang="en-US" smtClean="0"/>
              <a:t>2019/7/16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275D-4FD3-F049-80B9-049CB4137F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1543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8303-F35C-2343-A3C9-C0B474B4FE4B}" type="datetimeFigureOut">
              <a:rPr kumimoji="1" lang="zh-CN" altLang="en-US" smtClean="0"/>
              <a:t>2019/7/16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275D-4FD3-F049-80B9-049CB4137F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41648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8303-F35C-2343-A3C9-C0B474B4FE4B}" type="datetimeFigureOut">
              <a:rPr kumimoji="1" lang="zh-CN" altLang="en-US" smtClean="0"/>
              <a:t>2019/7/16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275D-4FD3-F049-80B9-049CB4137F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24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8303-F35C-2343-A3C9-C0B474B4FE4B}" type="datetimeFigureOut">
              <a:rPr kumimoji="1" lang="zh-CN" altLang="en-US" smtClean="0"/>
              <a:t>2019/7/16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275D-4FD3-F049-80B9-049CB4137F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3925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8303-F35C-2343-A3C9-C0B474B4FE4B}" type="datetimeFigureOut">
              <a:rPr kumimoji="1" lang="zh-CN" altLang="en-US" smtClean="0"/>
              <a:t>2019/7/16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275D-4FD3-F049-80B9-049CB4137F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06643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8303-F35C-2343-A3C9-C0B474B4FE4B}" type="datetimeFigureOut">
              <a:rPr kumimoji="1" lang="zh-CN" altLang="en-US" smtClean="0"/>
              <a:t>2019/7/16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275D-4FD3-F049-80B9-049CB4137F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54533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8303-F35C-2343-A3C9-C0B474B4FE4B}" type="datetimeFigureOut">
              <a:rPr kumimoji="1" lang="zh-CN" altLang="en-US" smtClean="0"/>
              <a:t>2019/7/16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275D-4FD3-F049-80B9-049CB4137F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39283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8303-F35C-2343-A3C9-C0B474B4FE4B}" type="datetimeFigureOut">
              <a:rPr kumimoji="1" lang="zh-CN" altLang="en-US" smtClean="0"/>
              <a:t>2019/7/16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275D-4FD3-F049-80B9-049CB4137F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8402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8303-F35C-2343-A3C9-C0B474B4FE4B}" type="datetimeFigureOut">
              <a:rPr kumimoji="1" lang="zh-CN" altLang="en-US" smtClean="0"/>
              <a:t>2019/7/16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E275D-4FD3-F049-80B9-049CB4137F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67452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F8303-F35C-2343-A3C9-C0B474B4FE4B}" type="datetimeFigureOut">
              <a:rPr kumimoji="1" lang="zh-CN" altLang="en-US" smtClean="0"/>
              <a:t>2019/7/16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4E275D-4FD3-F049-80B9-049CB4137F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8064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394" y="4199167"/>
            <a:ext cx="2512462" cy="255732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5313" y="34721"/>
            <a:ext cx="2033914" cy="2430247"/>
          </a:xfrm>
          <a:prstGeom prst="rect">
            <a:avLst/>
          </a:prstGeom>
        </p:spPr>
      </p:pic>
      <p:sp>
        <p:nvSpPr>
          <p:cNvPr id="4" name="矩形 5"/>
          <p:cNvSpPr/>
          <p:nvPr/>
        </p:nvSpPr>
        <p:spPr>
          <a:xfrm>
            <a:off x="0" y="2371521"/>
            <a:ext cx="12188825" cy="2089785"/>
          </a:xfrm>
          <a:prstGeom prst="rect">
            <a:avLst/>
          </a:prstGeom>
          <a:solidFill>
            <a:srgbClr val="1D84B5"/>
          </a:solidFill>
          <a:ln w="9525">
            <a:noFill/>
          </a:ln>
        </p:spPr>
        <p:txBody>
          <a:bodyPr wrap="square" lIns="91440" tIns="45720" rIns="91440" bIns="45720" anchor="t"/>
          <a:lstStyle/>
          <a:p>
            <a:pPr lvl="0" indent="0" defTabSz="914400" eaLnBrk="0" hangingPunct="0">
              <a:buFont typeface="Arial" panose="020B0604020202020204" pitchFamily="34" charset="0"/>
              <a:buNone/>
            </a:pPr>
            <a:endParaRPr lang="zh-CN" altLang="en-US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5" name="矩形 11"/>
          <p:cNvSpPr/>
          <p:nvPr/>
        </p:nvSpPr>
        <p:spPr>
          <a:xfrm>
            <a:off x="2333625" y="2371521"/>
            <a:ext cx="7520940" cy="2089785"/>
          </a:xfrm>
          <a:prstGeom prst="rect">
            <a:avLst/>
          </a:prstGeom>
          <a:solidFill>
            <a:schemeClr val="bg1">
              <a:alpha val="26999"/>
            </a:schemeClr>
          </a:solidFill>
          <a:ln w="9525">
            <a:noFill/>
          </a:ln>
        </p:spPr>
        <p:txBody>
          <a:bodyPr wrap="square" lIns="91440" tIns="45720" rIns="91440" bIns="45720" anchor="t"/>
          <a:lstStyle/>
          <a:p>
            <a:pPr lvl="0" indent="0" defTabSz="914400" eaLnBrk="0" hangingPunct="0">
              <a:buFont typeface="Arial" panose="020B0604020202020204" pitchFamily="34" charset="0"/>
              <a:buNone/>
            </a:pPr>
            <a:endParaRPr lang="zh-CN" altLang="en-US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6" name="文本框 13"/>
          <p:cNvSpPr txBox="1"/>
          <p:nvPr/>
        </p:nvSpPr>
        <p:spPr>
          <a:xfrm>
            <a:off x="2442258" y="2955086"/>
            <a:ext cx="7052262" cy="70788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 indent="0" algn="ctr"/>
            <a:r>
              <a:rPr lang="zh-CN" altLang="en-US" sz="40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韭菜的逆袭</a:t>
            </a:r>
          </a:p>
        </p:txBody>
      </p:sp>
    </p:spTree>
    <p:extLst>
      <p:ext uri="{BB962C8B-B14F-4D97-AF65-F5344CB8AC3E}">
        <p14:creationId xmlns:p14="http://schemas.microsoft.com/office/powerpoint/2010/main" val="1558204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114" y="257778"/>
            <a:ext cx="3403600" cy="61341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163332" y="257778"/>
            <a:ext cx="2704086" cy="686503"/>
          </a:xfrm>
          <a:prstGeom prst="rect">
            <a:avLst/>
          </a:prstGeom>
          <a:solidFill>
            <a:srgbClr val="1D84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Part1: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初遇巴神</a:t>
            </a:r>
          </a:p>
        </p:txBody>
      </p:sp>
      <p:sp>
        <p:nvSpPr>
          <p:cNvPr id="11" name="矩形 10"/>
          <p:cNvSpPr/>
          <p:nvPr/>
        </p:nvSpPr>
        <p:spPr>
          <a:xfrm>
            <a:off x="7163331" y="947971"/>
            <a:ext cx="2704087" cy="838220"/>
          </a:xfrm>
          <a:prstGeom prst="rect">
            <a:avLst/>
          </a:prstGeom>
          <a:solidFill>
            <a:srgbClr val="5AA5C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投资中的</a:t>
            </a:r>
            <a:endParaRPr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概率与期望</a:t>
            </a:r>
          </a:p>
        </p:txBody>
      </p:sp>
      <p:sp>
        <p:nvSpPr>
          <p:cNvPr id="12" name="下箭头 11"/>
          <p:cNvSpPr/>
          <p:nvPr/>
        </p:nvSpPr>
        <p:spPr>
          <a:xfrm>
            <a:off x="8073611" y="2037146"/>
            <a:ext cx="856526" cy="532435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7163332" y="2761806"/>
            <a:ext cx="2704086" cy="686503"/>
          </a:xfrm>
          <a:prstGeom prst="rect">
            <a:avLst/>
          </a:prstGeom>
          <a:solidFill>
            <a:srgbClr val="1D84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Part2: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拜师学艺</a:t>
            </a:r>
          </a:p>
        </p:txBody>
      </p:sp>
      <p:sp>
        <p:nvSpPr>
          <p:cNvPr id="14" name="矩形 13"/>
          <p:cNvSpPr/>
          <p:nvPr/>
        </p:nvSpPr>
        <p:spPr>
          <a:xfrm>
            <a:off x="7163331" y="3451999"/>
            <a:ext cx="2704087" cy="838220"/>
          </a:xfrm>
          <a:prstGeom prst="rect">
            <a:avLst/>
          </a:prstGeom>
          <a:solidFill>
            <a:srgbClr val="5AA5C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散户的弱点与理性的投资</a:t>
            </a:r>
          </a:p>
        </p:txBody>
      </p:sp>
      <p:sp>
        <p:nvSpPr>
          <p:cNvPr id="15" name="下箭头 14"/>
          <p:cNvSpPr/>
          <p:nvPr/>
        </p:nvSpPr>
        <p:spPr>
          <a:xfrm>
            <a:off x="8156563" y="4423924"/>
            <a:ext cx="856526" cy="532435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7246284" y="5148584"/>
            <a:ext cx="2704086" cy="686503"/>
          </a:xfrm>
          <a:prstGeom prst="rect">
            <a:avLst/>
          </a:prstGeom>
          <a:solidFill>
            <a:srgbClr val="1D84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Part3: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逆袭女神</a:t>
            </a:r>
          </a:p>
        </p:txBody>
      </p:sp>
      <p:sp>
        <p:nvSpPr>
          <p:cNvPr id="17" name="矩形 16"/>
          <p:cNvSpPr/>
          <p:nvPr/>
        </p:nvSpPr>
        <p:spPr>
          <a:xfrm>
            <a:off x="7246283" y="5838777"/>
            <a:ext cx="2704087" cy="838220"/>
          </a:xfrm>
          <a:prstGeom prst="rect">
            <a:avLst/>
          </a:prstGeom>
          <a:solidFill>
            <a:srgbClr val="5AA5C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线实战</a:t>
            </a:r>
          </a:p>
        </p:txBody>
      </p:sp>
      <p:sp>
        <p:nvSpPr>
          <p:cNvPr id="18" name="矩形 17"/>
          <p:cNvSpPr/>
          <p:nvPr/>
        </p:nvSpPr>
        <p:spPr>
          <a:xfrm>
            <a:off x="6032" y="-45085"/>
            <a:ext cx="749300" cy="6903085"/>
          </a:xfrm>
          <a:prstGeom prst="rect">
            <a:avLst/>
          </a:prstGeom>
          <a:solidFill>
            <a:srgbClr val="1D84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文本框 13"/>
          <p:cNvSpPr txBox="1"/>
          <p:nvPr/>
        </p:nvSpPr>
        <p:spPr>
          <a:xfrm>
            <a:off x="174307" y="1653906"/>
            <a:ext cx="412750" cy="3108543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 indent="0" algn="ctr"/>
            <a:r>
              <a:rPr lang="zh-CN" altLang="en-US" sz="2800" b="1" dirty="0">
                <a:solidFill>
                  <a:srgbClr val="F2F2F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故事情节</a:t>
            </a:r>
            <a:endParaRPr lang="en-US" altLang="zh-CN" sz="2800" b="1" dirty="0">
              <a:solidFill>
                <a:srgbClr val="F2F2F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indent="0" algn="ctr"/>
            <a:r>
              <a:rPr lang="zh-CN" altLang="en-US" sz="2800" b="1" dirty="0">
                <a:solidFill>
                  <a:srgbClr val="F2F2F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与主题</a:t>
            </a:r>
          </a:p>
        </p:txBody>
      </p:sp>
    </p:spTree>
    <p:extLst>
      <p:ext uri="{BB962C8B-B14F-4D97-AF65-F5344CB8AC3E}">
        <p14:creationId xmlns:p14="http://schemas.microsoft.com/office/powerpoint/2010/main" val="959223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032" y="-45085"/>
            <a:ext cx="749300" cy="6903085"/>
          </a:xfrm>
          <a:prstGeom prst="rect">
            <a:avLst/>
          </a:prstGeom>
          <a:solidFill>
            <a:srgbClr val="1D84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13"/>
          <p:cNvSpPr txBox="1"/>
          <p:nvPr/>
        </p:nvSpPr>
        <p:spPr>
          <a:xfrm>
            <a:off x="174307" y="2340407"/>
            <a:ext cx="412750" cy="181588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 indent="0" algn="ctr"/>
            <a:r>
              <a:rPr lang="zh-CN" altLang="en-US" sz="2800" b="1">
                <a:solidFill>
                  <a:srgbClr val="F2F2F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初遇巴神</a:t>
            </a:r>
            <a:endParaRPr lang="zh-CN" altLang="en-US" sz="2800" b="1" dirty="0">
              <a:solidFill>
                <a:srgbClr val="F2F2F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618" y="425351"/>
            <a:ext cx="10811179" cy="596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217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032" y="-45085"/>
            <a:ext cx="749300" cy="6903085"/>
          </a:xfrm>
          <a:prstGeom prst="rect">
            <a:avLst/>
          </a:prstGeom>
          <a:solidFill>
            <a:srgbClr val="1D84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13"/>
          <p:cNvSpPr txBox="1"/>
          <p:nvPr/>
        </p:nvSpPr>
        <p:spPr>
          <a:xfrm>
            <a:off x="174307" y="2340407"/>
            <a:ext cx="412750" cy="181588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 indent="0" algn="ctr"/>
            <a:r>
              <a:rPr lang="zh-CN" altLang="en-US" sz="2800" b="1">
                <a:solidFill>
                  <a:srgbClr val="F2F2F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初遇巴神</a:t>
            </a:r>
            <a:endParaRPr lang="zh-CN" altLang="en-US" sz="2800" b="1" dirty="0">
              <a:solidFill>
                <a:srgbClr val="F2F2F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07" y="544010"/>
            <a:ext cx="11057681" cy="569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140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032" y="-45085"/>
            <a:ext cx="749300" cy="6903085"/>
          </a:xfrm>
          <a:prstGeom prst="rect">
            <a:avLst/>
          </a:prstGeom>
          <a:solidFill>
            <a:srgbClr val="1D84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13"/>
          <p:cNvSpPr txBox="1"/>
          <p:nvPr/>
        </p:nvSpPr>
        <p:spPr>
          <a:xfrm>
            <a:off x="174307" y="2340407"/>
            <a:ext cx="412750" cy="181588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 indent="0" algn="ctr"/>
            <a:r>
              <a:rPr lang="zh-CN" altLang="en-US" sz="2800" b="1">
                <a:solidFill>
                  <a:srgbClr val="F2F2F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初遇巴神</a:t>
            </a:r>
            <a:endParaRPr lang="zh-CN" altLang="en-US" sz="2800" b="1" dirty="0">
              <a:solidFill>
                <a:srgbClr val="F2F2F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07" y="625033"/>
            <a:ext cx="10986742" cy="576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540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45085"/>
            <a:ext cx="749300" cy="690308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13"/>
          <p:cNvSpPr txBox="1"/>
          <p:nvPr/>
        </p:nvSpPr>
        <p:spPr>
          <a:xfrm>
            <a:off x="168275" y="1636742"/>
            <a:ext cx="412750" cy="35394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 indent="0" algn="ctr"/>
            <a:r>
              <a:rPr lang="zh-CN" altLang="en-US" sz="2800" b="1" dirty="0">
                <a:solidFill>
                  <a:srgbClr val="F2F2F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拜师学艺</a:t>
            </a:r>
            <a:endParaRPr lang="en-US" altLang="zh-CN" sz="2800" b="1" dirty="0">
              <a:solidFill>
                <a:srgbClr val="F2F2F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indent="0" algn="ctr"/>
            <a:r>
              <a:rPr lang="zh-CN" altLang="en-US" sz="2800" b="1" dirty="0">
                <a:solidFill>
                  <a:srgbClr val="F2F2F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</a:t>
            </a:r>
            <a:endParaRPr lang="en-US" altLang="zh-CN" sz="2800" b="1" dirty="0">
              <a:solidFill>
                <a:srgbClr val="F2F2F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indent="0" algn="ctr"/>
            <a:r>
              <a:rPr lang="zh-CN" altLang="en-US" sz="2800" b="1" dirty="0">
                <a:solidFill>
                  <a:srgbClr val="F2F2F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期望值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317" y="0"/>
            <a:ext cx="3371402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6757" y="0"/>
            <a:ext cx="3371531" cy="6858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2326" y="0"/>
            <a:ext cx="33790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007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-45085"/>
            <a:ext cx="749300" cy="690308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13"/>
          <p:cNvSpPr txBox="1"/>
          <p:nvPr/>
        </p:nvSpPr>
        <p:spPr>
          <a:xfrm>
            <a:off x="174307" y="1599628"/>
            <a:ext cx="412750" cy="35394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 indent="0" algn="ctr"/>
            <a:r>
              <a:rPr lang="zh-CN" altLang="en-US" sz="2800" b="1" dirty="0">
                <a:solidFill>
                  <a:srgbClr val="F2F2F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拜师学艺一期望值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906" y="0"/>
            <a:ext cx="3390558" cy="6858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867" y="0"/>
            <a:ext cx="3340880" cy="6858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4218" y="0"/>
            <a:ext cx="33869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509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-45085"/>
            <a:ext cx="749300" cy="690308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13"/>
          <p:cNvSpPr txBox="1"/>
          <p:nvPr/>
        </p:nvSpPr>
        <p:spPr>
          <a:xfrm>
            <a:off x="142872" y="951445"/>
            <a:ext cx="412750" cy="397031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 indent="0" algn="ctr"/>
            <a:r>
              <a:rPr lang="zh-CN" altLang="en-US" sz="2800" b="1" dirty="0">
                <a:solidFill>
                  <a:srgbClr val="F2F2F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拜师</a:t>
            </a:r>
            <a:r>
              <a:rPr lang="zh-CN" altLang="en-US" sz="2800" b="1">
                <a:solidFill>
                  <a:srgbClr val="F2F2F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学艺二凯利公式</a:t>
            </a:r>
            <a:endParaRPr lang="zh-CN" altLang="en-US" sz="2800" b="1" dirty="0">
              <a:solidFill>
                <a:srgbClr val="F2F2F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88" y="0"/>
            <a:ext cx="3383178" cy="6858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5077" y="0"/>
            <a:ext cx="3417480" cy="6858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6823" y="0"/>
            <a:ext cx="34251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236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-45085"/>
            <a:ext cx="749300" cy="690308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13"/>
          <p:cNvSpPr txBox="1"/>
          <p:nvPr/>
        </p:nvSpPr>
        <p:spPr>
          <a:xfrm>
            <a:off x="174307" y="2340407"/>
            <a:ext cx="412750" cy="3108543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 indent="0" algn="ctr"/>
            <a:r>
              <a:rPr lang="zh-CN" altLang="en-US" sz="2800" b="1" dirty="0">
                <a:solidFill>
                  <a:srgbClr val="F2F2F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拜师学艺</a:t>
            </a:r>
            <a:endParaRPr lang="en-US" altLang="zh-CN" sz="2800" b="1" dirty="0">
              <a:solidFill>
                <a:srgbClr val="F2F2F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indent="0" algn="ctr"/>
            <a:r>
              <a:rPr lang="zh-CN" altLang="en-US" sz="2800" b="1" dirty="0">
                <a:solidFill>
                  <a:srgbClr val="F2F2F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三概率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168" y="0"/>
            <a:ext cx="3336740" cy="6858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320" y="0"/>
            <a:ext cx="3421329" cy="6858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7272" y="0"/>
            <a:ext cx="33753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164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749300" cy="690308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13"/>
          <p:cNvSpPr txBox="1"/>
          <p:nvPr/>
        </p:nvSpPr>
        <p:spPr>
          <a:xfrm>
            <a:off x="168275" y="1897270"/>
            <a:ext cx="412750" cy="3108543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 indent="0" algn="ctr"/>
            <a:r>
              <a:rPr lang="zh-CN" altLang="en-US" sz="2800" b="1" dirty="0">
                <a:solidFill>
                  <a:srgbClr val="F2F2F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拜师学艺三概率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874" y="0"/>
            <a:ext cx="3375422" cy="6858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1293" y="0"/>
            <a:ext cx="3386856" cy="6858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7146" y="0"/>
            <a:ext cx="33257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93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032" y="-45085"/>
            <a:ext cx="749300" cy="6903085"/>
          </a:xfrm>
          <a:prstGeom prst="rect">
            <a:avLst/>
          </a:prstGeom>
          <a:solidFill>
            <a:srgbClr val="1D84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13"/>
          <p:cNvSpPr txBox="1"/>
          <p:nvPr/>
        </p:nvSpPr>
        <p:spPr>
          <a:xfrm>
            <a:off x="156845" y="1744653"/>
            <a:ext cx="412750" cy="224676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 indent="0" algn="ctr"/>
            <a:endParaRPr lang="en-US" altLang="zh-CN" sz="2800" b="1" dirty="0">
              <a:solidFill>
                <a:srgbClr val="F2F2F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indent="0" algn="ctr"/>
            <a:r>
              <a:rPr lang="zh-CN" altLang="en-US" sz="2800" b="1" dirty="0">
                <a:solidFill>
                  <a:srgbClr val="F2F2F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逆袭女神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76" y="717630"/>
            <a:ext cx="10880673" cy="580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462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032" y="-45085"/>
            <a:ext cx="749300" cy="6903085"/>
          </a:xfrm>
          <a:prstGeom prst="rect">
            <a:avLst/>
          </a:prstGeom>
          <a:solidFill>
            <a:srgbClr val="1D84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13"/>
          <p:cNvSpPr txBox="1"/>
          <p:nvPr/>
        </p:nvSpPr>
        <p:spPr>
          <a:xfrm>
            <a:off x="156845" y="1744653"/>
            <a:ext cx="412750" cy="224676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 indent="0" algn="ctr"/>
            <a:endParaRPr lang="en-US" altLang="zh-CN" sz="2800" b="1" dirty="0">
              <a:solidFill>
                <a:srgbClr val="F2F2F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indent="0" algn="ctr"/>
            <a:r>
              <a:rPr lang="zh-CN" altLang="en-US" sz="2800" b="1" dirty="0">
                <a:solidFill>
                  <a:srgbClr val="F2F2F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逆袭女神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144" y="555585"/>
            <a:ext cx="11285855" cy="5775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0767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032" y="-45085"/>
            <a:ext cx="749300" cy="6903085"/>
          </a:xfrm>
          <a:prstGeom prst="rect">
            <a:avLst/>
          </a:prstGeom>
          <a:solidFill>
            <a:srgbClr val="1D84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13"/>
          <p:cNvSpPr txBox="1"/>
          <p:nvPr/>
        </p:nvSpPr>
        <p:spPr>
          <a:xfrm>
            <a:off x="156845" y="1744653"/>
            <a:ext cx="412750" cy="224676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 indent="0" algn="ctr"/>
            <a:endParaRPr lang="en-US" altLang="zh-CN" sz="2800" b="1" dirty="0">
              <a:solidFill>
                <a:srgbClr val="F2F2F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indent="0" algn="ctr"/>
            <a:r>
              <a:rPr lang="zh-CN" altLang="en-US" sz="2800" b="1" dirty="0">
                <a:solidFill>
                  <a:srgbClr val="F2F2F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逆袭女神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575" y="457200"/>
            <a:ext cx="10529888" cy="595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0612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032" y="-45085"/>
            <a:ext cx="749300" cy="6903085"/>
          </a:xfrm>
          <a:prstGeom prst="rect">
            <a:avLst/>
          </a:prstGeom>
          <a:solidFill>
            <a:srgbClr val="1D84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13"/>
          <p:cNvSpPr txBox="1"/>
          <p:nvPr/>
        </p:nvSpPr>
        <p:spPr>
          <a:xfrm>
            <a:off x="156845" y="1744653"/>
            <a:ext cx="412750" cy="224676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 indent="0" algn="ctr"/>
            <a:endParaRPr lang="en-US" altLang="zh-CN" sz="2800" b="1" dirty="0">
              <a:solidFill>
                <a:srgbClr val="F2F2F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indent="0" algn="ctr"/>
            <a:r>
              <a:rPr lang="zh-CN" altLang="en-US" sz="2800" b="1" dirty="0">
                <a:solidFill>
                  <a:srgbClr val="F2F2F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逆袭女神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145" y="600077"/>
            <a:ext cx="11006136" cy="564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1021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45085"/>
            <a:ext cx="749300" cy="6903085"/>
          </a:xfrm>
          <a:prstGeom prst="rect">
            <a:avLst/>
          </a:prstGeom>
          <a:solidFill>
            <a:srgbClr val="1D84B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13"/>
          <p:cNvSpPr txBox="1"/>
          <p:nvPr/>
        </p:nvSpPr>
        <p:spPr>
          <a:xfrm>
            <a:off x="156845" y="1744653"/>
            <a:ext cx="412750" cy="224676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 indent="0" algn="ctr"/>
            <a:endParaRPr lang="en-US" altLang="zh-CN" sz="2800" b="1" dirty="0">
              <a:solidFill>
                <a:srgbClr val="F2F2F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indent="0" algn="ctr"/>
            <a:r>
              <a:rPr lang="zh-CN" altLang="en-US" sz="2800" b="1" dirty="0">
                <a:solidFill>
                  <a:srgbClr val="F2F2F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逆袭女神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5713" y="385763"/>
            <a:ext cx="7771837" cy="611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966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1203</TotalTime>
  <Words>76</Words>
  <Application>Microsoft Macintosh PowerPoint</Application>
  <PresentationFormat>Widescreen</PresentationFormat>
  <Paragraphs>31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DengXian</vt:lpstr>
      <vt:lpstr>DengXian Light</vt:lpstr>
      <vt:lpstr>宋体</vt:lpstr>
      <vt:lpstr>Arial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黄tifa</dc:creator>
  <cp:lastModifiedBy>mark lin</cp:lastModifiedBy>
  <cp:revision>50</cp:revision>
  <dcterms:created xsi:type="dcterms:W3CDTF">2017-10-20T09:20:03Z</dcterms:created>
  <dcterms:modified xsi:type="dcterms:W3CDTF">2019-07-16T07:42:15Z</dcterms:modified>
</cp:coreProperties>
</file>