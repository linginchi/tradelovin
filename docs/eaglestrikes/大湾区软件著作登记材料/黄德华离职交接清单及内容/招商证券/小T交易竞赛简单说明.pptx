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62" r:id="rId6"/>
    <p:sldId id="263" r:id="rId7"/>
    <p:sldId id="264" r:id="rId8"/>
    <p:sldId id="271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1pPr>
    <a:lvl2pPr marL="0" marR="0" indent="2286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2pPr>
    <a:lvl3pPr marL="0" marR="0" indent="4572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3pPr>
    <a:lvl4pPr marL="0" marR="0" indent="6858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4pPr>
    <a:lvl5pPr marL="0" marR="0" indent="9144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5pPr>
    <a:lvl6pPr marL="0" marR="0" indent="11430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6pPr>
    <a:lvl7pPr marL="0" marR="0" indent="13716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7pPr>
    <a:lvl8pPr marL="0" marR="0" indent="16002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8pPr>
    <a:lvl9pPr marL="0" marR="0" indent="18288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04"/>
  </p:normalViewPr>
  <p:slideViewPr>
    <p:cSldViewPr snapToGrid="0" snapToObjects="1">
      <p:cViewPr varScale="1">
        <p:scale>
          <a:sx n="90" d="100"/>
          <a:sy n="90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lin" userId="e4fa3dd003256e8a" providerId="LiveId" clId="{C3A33005-157C-C942-B057-78E18CF37270}"/>
    <pc:docChg chg="modSld">
      <pc:chgData name="mark lin" userId="e4fa3dd003256e8a" providerId="LiveId" clId="{C3A33005-157C-C942-B057-78E18CF37270}" dt="2019-07-16T06:48:01.056" v="0" actId="14100"/>
      <pc:docMkLst>
        <pc:docMk/>
      </pc:docMkLst>
      <pc:sldChg chg="modSp">
        <pc:chgData name="mark lin" userId="e4fa3dd003256e8a" providerId="LiveId" clId="{C3A33005-157C-C942-B057-78E18CF37270}" dt="2019-07-16T06:48:01.056" v="0" actId="14100"/>
        <pc:sldMkLst>
          <pc:docMk/>
          <pc:sldMk cId="4043990984" sldId="266"/>
        </pc:sldMkLst>
        <pc:picChg chg="mod">
          <ac:chgData name="mark lin" userId="e4fa3dd003256e8a" providerId="LiveId" clId="{C3A33005-157C-C942-B057-78E18CF37270}" dt="2019-07-16T06:48:01.056" v="0" actId="14100"/>
          <ac:picMkLst>
            <pc:docMk/>
            <pc:sldMk cId="4043990984" sldId="266"/>
            <ac:picMk id="6" creationId="{2D08F5F2-6FD7-C745-B2D9-37B1887B5F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089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>
            <a:spLocks noGrp="1"/>
          </p:cNvSpPr>
          <p:nvPr>
            <p:ph type="pic" sz="quarter" idx="13"/>
          </p:nvPr>
        </p:nvSpPr>
        <p:spPr>
          <a:xfrm>
            <a:off x="3524249" y="1212204"/>
            <a:ext cx="5143501" cy="311423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3336726" y="4400103"/>
            <a:ext cx="5518548" cy="750095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336726" y="5156894"/>
            <a:ext cx="5518548" cy="59605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3336726" y="2558355"/>
            <a:ext cx="5518548" cy="1741290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1192113"/>
            <a:ext cx="2812853" cy="43331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3169294" y="1192113"/>
            <a:ext cx="2812853" cy="2102942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169294" y="3348632"/>
            <a:ext cx="2812853" cy="216991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169294" y="2223492"/>
            <a:ext cx="5853412" cy="3315147"/>
          </a:xfrm>
          <a:prstGeom prst="rect">
            <a:avLst/>
          </a:prstGeom>
        </p:spPr>
        <p:txBody>
          <a:bodyPr anchor="ctr"/>
          <a:lstStyle>
            <a:lvl1pPr marL="277812" indent="-277812" algn="l">
              <a:spcBef>
                <a:spcPts val="2900"/>
              </a:spcBef>
              <a:buSzPct val="145000"/>
              <a:buChar char="•"/>
              <a:defRPr sz="2000"/>
            </a:lvl1pPr>
            <a:lvl2pPr marL="722312" indent="-277812" algn="l">
              <a:spcBef>
                <a:spcPts val="2900"/>
              </a:spcBef>
              <a:buSzPct val="145000"/>
              <a:buChar char="•"/>
              <a:defRPr sz="2000"/>
            </a:lvl2pPr>
            <a:lvl3pPr marL="1166812" indent="-277812" algn="l">
              <a:spcBef>
                <a:spcPts val="2900"/>
              </a:spcBef>
              <a:buSzPct val="145000"/>
              <a:buChar char="•"/>
              <a:defRPr sz="2000"/>
            </a:lvl3pPr>
            <a:lvl4pPr marL="1611312" indent="-277812" algn="l">
              <a:spcBef>
                <a:spcPts val="2900"/>
              </a:spcBef>
              <a:buSzPct val="145000"/>
              <a:buChar char="•"/>
              <a:defRPr sz="2000"/>
            </a:lvl4pPr>
            <a:lvl5pPr marL="2055812" indent="-277812" algn="l">
              <a:spcBef>
                <a:spcPts val="2900"/>
              </a:spcBef>
              <a:buSzPct val="145000"/>
              <a:buChar char="•"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2223492"/>
            <a:ext cx="2812853" cy="331514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169294" y="2223492"/>
            <a:ext cx="2812853" cy="3315147"/>
          </a:xfrm>
          <a:prstGeom prst="rect">
            <a:avLst/>
          </a:prstGeom>
        </p:spPr>
        <p:txBody>
          <a:bodyPr anchor="ctr"/>
          <a:lstStyle>
            <a:lvl1pPr marL="220435" indent="-220435" algn="l">
              <a:spcBef>
                <a:spcPts val="2200"/>
              </a:spcBef>
              <a:buSzPct val="145000"/>
              <a:buChar char="•"/>
              <a:defRPr sz="1800"/>
            </a:lvl1pPr>
            <a:lvl2pPr marL="563335" indent="-220435" algn="l">
              <a:spcBef>
                <a:spcPts val="2200"/>
              </a:spcBef>
              <a:buSzPct val="145000"/>
              <a:buChar char="•"/>
              <a:defRPr sz="1800"/>
            </a:lvl2pPr>
            <a:lvl3pPr marL="906235" indent="-220435" algn="l">
              <a:spcBef>
                <a:spcPts val="2200"/>
              </a:spcBef>
              <a:buSzPct val="145000"/>
              <a:buChar char="•"/>
              <a:defRPr sz="1800"/>
            </a:lvl3pPr>
            <a:lvl4pPr marL="1249135" indent="-220435" algn="l">
              <a:spcBef>
                <a:spcPts val="2200"/>
              </a:spcBef>
              <a:buSzPct val="145000"/>
              <a:buChar char="•"/>
              <a:defRPr sz="1800"/>
            </a:lvl4pPr>
            <a:lvl5pPr marL="1592035" indent="-220435" algn="l">
              <a:spcBef>
                <a:spcPts val="2200"/>
              </a:spcBef>
              <a:buSzPct val="145000"/>
              <a:buChar char="•"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7524" y="5759648"/>
            <a:ext cx="193380" cy="19327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169294" y="1526976"/>
            <a:ext cx="5853412" cy="3804048"/>
          </a:xfrm>
          <a:prstGeom prst="rect">
            <a:avLst/>
          </a:prstGeom>
        </p:spPr>
        <p:txBody>
          <a:bodyPr anchor="ctr"/>
          <a:lstStyle>
            <a:lvl1pPr marL="277812" indent="-277812" algn="l">
              <a:spcBef>
                <a:spcPts val="2900"/>
              </a:spcBef>
              <a:buSzPct val="145000"/>
              <a:buChar char="•"/>
              <a:defRPr sz="2000"/>
            </a:lvl1pPr>
            <a:lvl2pPr marL="722312" indent="-277812" algn="l">
              <a:spcBef>
                <a:spcPts val="2900"/>
              </a:spcBef>
              <a:buSzPct val="145000"/>
              <a:buChar char="•"/>
              <a:defRPr sz="2000"/>
            </a:lvl2pPr>
            <a:lvl3pPr marL="1166812" indent="-277812" algn="l">
              <a:spcBef>
                <a:spcPts val="2900"/>
              </a:spcBef>
              <a:buSzPct val="145000"/>
              <a:buChar char="•"/>
              <a:defRPr sz="2000"/>
            </a:lvl3pPr>
            <a:lvl4pPr marL="1611312" indent="-277812" algn="l">
              <a:spcBef>
                <a:spcPts val="2900"/>
              </a:spcBef>
              <a:buSzPct val="145000"/>
              <a:buChar char="•"/>
              <a:defRPr sz="2000"/>
            </a:lvl4pPr>
            <a:lvl5pPr marL="2055812" indent="-277812" algn="l">
              <a:spcBef>
                <a:spcPts val="2900"/>
              </a:spcBef>
              <a:buSzPct val="145000"/>
              <a:buChar char="•"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3542853"/>
            <a:ext cx="2812853" cy="1989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图像"/>
          <p:cNvSpPr>
            <a:spLocks noGrp="1"/>
          </p:cNvSpPr>
          <p:nvPr>
            <p:ph type="pic" sz="quarter" idx="14"/>
          </p:nvPr>
        </p:nvSpPr>
        <p:spPr>
          <a:xfrm>
            <a:off x="6209853" y="1326058"/>
            <a:ext cx="2812853" cy="1989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图像"/>
          <p:cNvSpPr>
            <a:spLocks noGrp="1"/>
          </p:cNvSpPr>
          <p:nvPr>
            <p:ph type="pic" sz="quarter" idx="15"/>
          </p:nvPr>
        </p:nvSpPr>
        <p:spPr>
          <a:xfrm>
            <a:off x="3169294" y="1326058"/>
            <a:ext cx="2812853" cy="420588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3336726" y="4212580"/>
            <a:ext cx="5518548" cy="2518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 i="1"/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14"/>
          </p:nvPr>
        </p:nvSpPr>
        <p:spPr>
          <a:xfrm>
            <a:off x="3336726" y="3050976"/>
            <a:ext cx="5518548" cy="43457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>
            <a:spLocks noGrp="1"/>
          </p:cNvSpPr>
          <p:nvPr>
            <p:ph type="pic" idx="13"/>
          </p:nvPr>
        </p:nvSpPr>
        <p:spPr>
          <a:xfrm>
            <a:off x="2666999" y="857249"/>
            <a:ext cx="6858002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3336726" y="1721197"/>
            <a:ext cx="5518548" cy="174129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3336726" y="3516064"/>
            <a:ext cx="5518548" cy="59605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7524" y="5759648"/>
            <a:ext cx="193380" cy="189964"/>
          </a:xfrm>
          <a:prstGeom prst="rect">
            <a:avLst/>
          </a:prstGeom>
          <a:ln w="3175">
            <a:miter lim="400000"/>
          </a:ln>
        </p:spPr>
        <p:txBody>
          <a:bodyPr wrap="none" lIns="26789" tIns="26789" rIns="26789" bIns="26789">
            <a:spAutoFit/>
          </a:bodyPr>
          <a:lstStyle>
            <a:lvl1pPr>
              <a:defRPr sz="9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228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457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685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9144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11430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1371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600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828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"/>
          <p:cNvSpPr/>
          <p:nvPr/>
        </p:nvSpPr>
        <p:spPr>
          <a:xfrm>
            <a:off x="-88297" y="-928993"/>
            <a:ext cx="12903929" cy="8715986"/>
          </a:xfrm>
          <a:prstGeom prst="rect">
            <a:avLst/>
          </a:prstGeom>
          <a:solidFill>
            <a:srgbClr val="00000A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20" name="Hong Kond Science Park _ Places _ Student World Online _ .jpg" descr="Hong Kond Science Park _ Places _ Student World Online _ .jpg"/>
          <p:cNvPicPr>
            <a:picLocks noChangeAspect="1"/>
          </p:cNvPicPr>
          <p:nvPr/>
        </p:nvPicPr>
        <p:blipFill>
          <a:blip r:embed="rId3">
            <a:alphaModFix amt="49924"/>
          </a:blip>
          <a:stretch>
            <a:fillRect/>
          </a:stretch>
        </p:blipFill>
        <p:spPr>
          <a:xfrm>
            <a:off x="35472" y="-741231"/>
            <a:ext cx="12156528" cy="8104352"/>
          </a:xfrm>
          <a:prstGeom prst="rect">
            <a:avLst/>
          </a:prstGeom>
          <a:ln w="3175">
            <a:miter lim="400000"/>
          </a:ln>
        </p:spPr>
      </p:pic>
      <p:sp>
        <p:nvSpPr>
          <p:cNvPr id="122" name="线条"/>
          <p:cNvSpPr/>
          <p:nvPr/>
        </p:nvSpPr>
        <p:spPr>
          <a:xfrm flipV="1">
            <a:off x="922543" y="-4019"/>
            <a:ext cx="1" cy="6866038"/>
          </a:xfrm>
          <a:prstGeom prst="line">
            <a:avLst/>
          </a:prstGeom>
          <a:ln w="3175">
            <a:solidFill>
              <a:srgbClr val="FFFFFF">
                <a:alpha val="20000"/>
              </a:srgbClr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3" name="矩形"/>
          <p:cNvSpPr/>
          <p:nvPr/>
        </p:nvSpPr>
        <p:spPr>
          <a:xfrm rot="5400000">
            <a:off x="317207" y="1677297"/>
            <a:ext cx="271171" cy="26790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8D2B29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4" name="矩形"/>
          <p:cNvSpPr/>
          <p:nvPr/>
        </p:nvSpPr>
        <p:spPr>
          <a:xfrm rot="5400000">
            <a:off x="375530" y="1677297"/>
            <a:ext cx="271171" cy="26790"/>
          </a:xfrm>
          <a:prstGeom prst="rect">
            <a:avLst/>
          </a:prstGeom>
          <a:solidFill>
            <a:srgbClr val="FFFFFF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8D2B29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25" name="01"/>
          <p:cNvSpPr txBox="1"/>
          <p:nvPr/>
        </p:nvSpPr>
        <p:spPr>
          <a:xfrm>
            <a:off x="421287" y="6344413"/>
            <a:ext cx="192771" cy="2313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000">
                <a:solidFill>
                  <a:srgbClr val="929292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r>
              <a:t>01</a:t>
            </a:r>
          </a:p>
        </p:txBody>
      </p:sp>
      <p:sp>
        <p:nvSpPr>
          <p:cNvPr id="130" name="圆形"/>
          <p:cNvSpPr/>
          <p:nvPr/>
        </p:nvSpPr>
        <p:spPr>
          <a:xfrm>
            <a:off x="2944473" y="3150948"/>
            <a:ext cx="159997" cy="159997"/>
          </a:xfrm>
          <a:prstGeom prst="ellipse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31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431800"/>
            <a:ext cx="1257300" cy="333968"/>
          </a:xfrm>
          <a:prstGeom prst="rect">
            <a:avLst/>
          </a:prstGeom>
          <a:ln w="3175">
            <a:miter lim="400000"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88208AF-CAE2-1642-B60C-462F440D90E2}"/>
              </a:ext>
            </a:extLst>
          </p:cNvPr>
          <p:cNvSpPr/>
          <p:nvPr/>
        </p:nvSpPr>
        <p:spPr>
          <a:xfrm>
            <a:off x="3388663" y="2479948"/>
            <a:ext cx="60767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Hans" altLang="en-US" sz="4800" b="1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小</a:t>
            </a:r>
            <a:r>
              <a:rPr kumimoji="1" lang="en-US" altLang="zh-Hans" sz="4800" b="1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T</a:t>
            </a:r>
            <a:r>
              <a:rPr kumimoji="1" lang="zh-Hans" altLang="en-US" sz="4800" b="1" dirty="0">
                <a:solidFill>
                  <a:schemeClr val="bg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交易竞赛简单说明</a:t>
            </a:r>
            <a:endParaRPr lang="zh-CN" altLang="en-US" sz="48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F00B15-6C7D-8048-BC68-3E1E93C15A5F}"/>
              </a:ext>
            </a:extLst>
          </p:cNvPr>
          <p:cNvSpPr txBox="1"/>
          <p:nvPr/>
        </p:nvSpPr>
        <p:spPr>
          <a:xfrm>
            <a:off x="9465432" y="6465636"/>
            <a:ext cx="2835797" cy="79276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b="1" dirty="0"/>
              <a:t>CoachT-P-1801-01</a:t>
            </a:r>
          </a:p>
          <a:p>
            <a:pPr algn="l">
              <a:lnSpc>
                <a:spcPct val="150000"/>
              </a:lnSpc>
            </a:pPr>
            <a:r>
              <a:rPr lang="zh-Hans" altLang="en-US" sz="1600" b="1" dirty="0"/>
              <a:t>作者：黄德华</a:t>
            </a:r>
            <a:endParaRPr lang="en-US" altLang="zh-CN" sz="16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4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5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3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38" name="公司简介"/>
          <p:cNvSpPr txBox="1"/>
          <p:nvPr/>
        </p:nvSpPr>
        <p:spPr>
          <a:xfrm>
            <a:off x="4943592" y="2781965"/>
            <a:ext cx="2261436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2000">
                <a:solidFill>
                  <a:srgbClr val="5E5E5E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lang="zh-Hans" altLang="en-US" dirty="0"/>
              <a:t>交易竞赛</a:t>
            </a:r>
            <a:r>
              <a:rPr lang="en-US" altLang="zh-Hans" dirty="0"/>
              <a:t>-</a:t>
            </a:r>
            <a:r>
              <a:rPr lang="zh-Hans" altLang="en-US" dirty="0"/>
              <a:t>私人房间</a:t>
            </a:r>
            <a:endParaRPr dirty="0"/>
          </a:p>
        </p:txBody>
      </p:sp>
      <p:sp>
        <p:nvSpPr>
          <p:cNvPr id="139" name="市场机遇"/>
          <p:cNvSpPr txBox="1"/>
          <p:nvPr/>
        </p:nvSpPr>
        <p:spPr>
          <a:xfrm>
            <a:off x="4943592" y="3393152"/>
            <a:ext cx="2517917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2000">
                <a:solidFill>
                  <a:srgbClr val="5E5E5E"/>
                </a:solidFill>
                <a:latin typeface="PingFang SC Regular"/>
                <a:ea typeface="PingFang SC Regular"/>
                <a:cs typeface="PingFang SC Regular"/>
                <a:sym typeface="PingFang SC Regular"/>
              </a:defRPr>
            </a:lvl1pPr>
          </a:lstStyle>
          <a:p>
            <a:r>
              <a:rPr lang="zh-Hans" altLang="en-US" dirty="0"/>
              <a:t>交易竞赛</a:t>
            </a:r>
            <a:r>
              <a:rPr lang="en-US" altLang="zh-Hans" dirty="0"/>
              <a:t>-</a:t>
            </a:r>
            <a:r>
              <a:rPr lang="zh-Hans" altLang="en-US" dirty="0"/>
              <a:t>欢乐做多场</a:t>
            </a:r>
            <a:endParaRPr dirty="0"/>
          </a:p>
        </p:txBody>
      </p:sp>
      <p:sp>
        <p:nvSpPr>
          <p:cNvPr id="146" name="圆形"/>
          <p:cNvSpPr/>
          <p:nvPr/>
        </p:nvSpPr>
        <p:spPr>
          <a:xfrm>
            <a:off x="4673069" y="2892364"/>
            <a:ext cx="70540" cy="70540"/>
          </a:xfrm>
          <a:prstGeom prst="ellipse">
            <a:avLst/>
          </a:prstGeom>
          <a:solidFill>
            <a:srgbClr val="5E5E5E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 algn="l"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47" name="圆形"/>
          <p:cNvSpPr/>
          <p:nvPr/>
        </p:nvSpPr>
        <p:spPr>
          <a:xfrm>
            <a:off x="4673069" y="3538821"/>
            <a:ext cx="70540" cy="70540"/>
          </a:xfrm>
          <a:prstGeom prst="ellipse">
            <a:avLst/>
          </a:prstGeom>
          <a:solidFill>
            <a:srgbClr val="5E5E5E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 algn="l"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4" name="CONTENT"/>
          <p:cNvSpPr txBox="1"/>
          <p:nvPr/>
        </p:nvSpPr>
        <p:spPr>
          <a:xfrm>
            <a:off x="4768264" y="1793277"/>
            <a:ext cx="2693245" cy="73937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>
              <a:defRPr sz="3800">
                <a:solidFill>
                  <a:srgbClr val="000000"/>
                </a:solidFill>
              </a:defRPr>
            </a:lvl1pPr>
          </a:lstStyle>
          <a:p>
            <a:r>
              <a:rPr dirty="0"/>
              <a:t>CONTENT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0EA48F-4B30-5C40-8629-546A39AA13F6}"/>
              </a:ext>
            </a:extLst>
          </p:cNvPr>
          <p:cNvSpPr/>
          <p:nvPr/>
        </p:nvSpPr>
        <p:spPr>
          <a:xfrm>
            <a:off x="0" y="2199190"/>
            <a:ext cx="12192000" cy="19676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B600C70-2C89-304D-910B-070924E690ED}"/>
              </a:ext>
            </a:extLst>
          </p:cNvPr>
          <p:cNvSpPr txBox="1">
            <a:spLocks/>
          </p:cNvSpPr>
          <p:nvPr/>
        </p:nvSpPr>
        <p:spPr>
          <a:xfrm>
            <a:off x="1524000" y="1180237"/>
            <a:ext cx="9144000" cy="23876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b">
            <a:normAutofit/>
          </a:bodyPr>
          <a:lstStyle>
            <a:lvl1pPr marL="0" marR="0" indent="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228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kumimoji="1" lang="zh-Hans" altLang="en-US" b="1" dirty="0">
                <a:solidFill>
                  <a:schemeClr val="bg1"/>
                </a:solidFill>
              </a:rPr>
              <a:t>交易竞赛</a:t>
            </a:r>
            <a:r>
              <a:rPr kumimoji="1" lang="en-US" altLang="zh-Hans" b="1" dirty="0">
                <a:solidFill>
                  <a:schemeClr val="bg1"/>
                </a:solidFill>
              </a:rPr>
              <a:t>-</a:t>
            </a:r>
            <a:r>
              <a:rPr kumimoji="1" lang="zh-Hans" altLang="en-US" b="1" dirty="0">
                <a:solidFill>
                  <a:schemeClr val="bg1"/>
                </a:solidFill>
              </a:rPr>
              <a:t>私人房间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2190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6771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D29AA39-AC75-164E-8C5B-E6B4E92AA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74" y="424806"/>
            <a:ext cx="2874441" cy="510915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1F44039-B714-164B-BA98-5298C0713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866" y="424805"/>
            <a:ext cx="2874441" cy="510915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204EC48B-D72C-EF44-926A-41825DE638EA}"/>
              </a:ext>
            </a:extLst>
          </p:cNvPr>
          <p:cNvSpPr/>
          <p:nvPr/>
        </p:nvSpPr>
        <p:spPr>
          <a:xfrm>
            <a:off x="985685" y="2242050"/>
            <a:ext cx="1705364" cy="1215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730479-56D0-7945-99F2-7F580023D1A5}"/>
              </a:ext>
            </a:extLst>
          </p:cNvPr>
          <p:cNvSpPr/>
          <p:nvPr/>
        </p:nvSpPr>
        <p:spPr>
          <a:xfrm>
            <a:off x="4947387" y="5043344"/>
            <a:ext cx="1395533" cy="7392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EFD9AFF-C576-B647-91ED-8E373F2A59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058" y="424805"/>
            <a:ext cx="2874441" cy="511267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5CEA175-6DC1-BE46-94AE-5A60D1E16ED8}"/>
              </a:ext>
            </a:extLst>
          </p:cNvPr>
          <p:cNvSpPr txBox="1"/>
          <p:nvPr/>
        </p:nvSpPr>
        <p:spPr>
          <a:xfrm>
            <a:off x="1490785" y="5957888"/>
            <a:ext cx="1020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点击“交易竞赛”、选择底部的“私人房间”，进入房间页面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801570-91ED-FD48-A041-414C72B779C4}"/>
              </a:ext>
            </a:extLst>
          </p:cNvPr>
          <p:cNvSpPr txBox="1"/>
          <p:nvPr/>
        </p:nvSpPr>
        <p:spPr>
          <a:xfrm>
            <a:off x="1328738" y="5957888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1800" dirty="0">
                <a:solidFill>
                  <a:schemeClr val="bg2"/>
                </a:solidFill>
              </a:rPr>
              <a:t>点击设置按钮，</a:t>
            </a:r>
            <a:r>
              <a:rPr kumimoji="1" lang="zh-Hans" altLang="en-US" sz="1800" dirty="0">
                <a:solidFill>
                  <a:srgbClr val="FF0000"/>
                </a:solidFill>
              </a:rPr>
              <a:t>可设置规则</a:t>
            </a:r>
            <a:r>
              <a:rPr kumimoji="1" lang="zh-Hans" altLang="en-US" sz="1800" dirty="0">
                <a:solidFill>
                  <a:schemeClr val="bg2"/>
                </a:solidFill>
              </a:rPr>
              <a:t>：是否允许做空、排名的标准、</a:t>
            </a:r>
            <a:r>
              <a:rPr kumimoji="1" lang="zh-Hans" altLang="en-US" sz="1800" dirty="0">
                <a:solidFill>
                  <a:srgbClr val="FF0000"/>
                </a:solidFill>
              </a:rPr>
              <a:t>欢乐模式（是否使用道具）</a:t>
            </a:r>
            <a:r>
              <a:rPr kumimoji="1" lang="zh-Hans" altLang="en-US" sz="1800" dirty="0">
                <a:solidFill>
                  <a:schemeClr val="bg2"/>
                </a:solidFill>
              </a:rPr>
              <a:t>、行情速度</a:t>
            </a:r>
            <a:endParaRPr kumimoji="1" lang="zh-CN" altLang="en-US" sz="1800" dirty="0">
              <a:solidFill>
                <a:schemeClr val="bg2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E28B739-BF6A-0B4B-9A6C-304808CB3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239" y="542925"/>
            <a:ext cx="2755217" cy="490061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CE0AE58-B3B0-454F-A4FD-1F55A7A5AD18}"/>
              </a:ext>
            </a:extLst>
          </p:cNvPr>
          <p:cNvSpPr/>
          <p:nvPr/>
        </p:nvSpPr>
        <p:spPr>
          <a:xfrm>
            <a:off x="1135305" y="1623777"/>
            <a:ext cx="964958" cy="4820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FE0DCA9-67CD-9D47-B9BB-CDAD64D00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451" y="508359"/>
            <a:ext cx="2860376" cy="493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295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7FA918-F02D-A544-B216-7EC1C79E959F}"/>
              </a:ext>
            </a:extLst>
          </p:cNvPr>
          <p:cNvSpPr txBox="1"/>
          <p:nvPr/>
        </p:nvSpPr>
        <p:spPr>
          <a:xfrm>
            <a:off x="1328738" y="5957888"/>
            <a:ext cx="1020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选择“邀请好友”或“加入机器人”，添加至少</a:t>
            </a:r>
            <a:r>
              <a:rPr kumimoji="1" lang="en-US" altLang="zh-Hans" sz="2000" dirty="0">
                <a:solidFill>
                  <a:schemeClr val="bg2"/>
                </a:solidFill>
              </a:rPr>
              <a:t>3</a:t>
            </a:r>
            <a:r>
              <a:rPr kumimoji="1" lang="zh-Hans" altLang="en-US" sz="2000" dirty="0">
                <a:solidFill>
                  <a:schemeClr val="bg2"/>
                </a:solidFill>
              </a:rPr>
              <a:t>名好友或机器人即可开始比赛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664356-B977-EF49-84B3-BA2113E93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34" y="591360"/>
            <a:ext cx="2755217" cy="490061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92D35A3-90B1-DF49-9655-A38F8F0DA17C}"/>
              </a:ext>
            </a:extLst>
          </p:cNvPr>
          <p:cNvSpPr/>
          <p:nvPr/>
        </p:nvSpPr>
        <p:spPr>
          <a:xfrm>
            <a:off x="3127991" y="5009914"/>
            <a:ext cx="1844060" cy="4820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BBE858-C85D-9D4A-9697-C497F2E79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609" y="591360"/>
            <a:ext cx="2755217" cy="49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9835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02BAB4-1075-9848-A7DB-3AC5F986B989}"/>
              </a:ext>
            </a:extLst>
          </p:cNvPr>
          <p:cNvSpPr txBox="1"/>
          <p:nvPr/>
        </p:nvSpPr>
        <p:spPr>
          <a:xfrm>
            <a:off x="1328738" y="5957888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1800" dirty="0">
                <a:solidFill>
                  <a:schemeClr val="bg2"/>
                </a:solidFill>
              </a:rPr>
              <a:t>点击买入、卖出或平仓进行操作，比赛结束后展示排名，可查看每个人的详解点评</a:t>
            </a:r>
            <a:endParaRPr kumimoji="1" lang="zh-CN" altLang="en-US" sz="1800" dirty="0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C70654-CB58-9B40-ACBA-230B53089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79" y="885829"/>
            <a:ext cx="2425877" cy="44005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2E3156-4ED8-4B45-8750-9DCC41EEF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769" y="885829"/>
            <a:ext cx="2425877" cy="4400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9194C90-97A2-F44A-90CE-5AA2F27E5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843" y="885829"/>
            <a:ext cx="2425877" cy="44005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F6A282-3921-3E44-A3F3-303D34FA94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917" y="857254"/>
            <a:ext cx="2425877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3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00EA48F-4B30-5C40-8629-546A39AA13F6}"/>
              </a:ext>
            </a:extLst>
          </p:cNvPr>
          <p:cNvSpPr/>
          <p:nvPr/>
        </p:nvSpPr>
        <p:spPr>
          <a:xfrm>
            <a:off x="0" y="2199190"/>
            <a:ext cx="12192000" cy="19676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B600C70-2C89-304D-910B-070924E690ED}"/>
              </a:ext>
            </a:extLst>
          </p:cNvPr>
          <p:cNvSpPr txBox="1">
            <a:spLocks/>
          </p:cNvSpPr>
          <p:nvPr/>
        </p:nvSpPr>
        <p:spPr>
          <a:xfrm>
            <a:off x="1524000" y="1180237"/>
            <a:ext cx="9144000" cy="238760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b">
            <a:normAutofit/>
          </a:bodyPr>
          <a:lstStyle>
            <a:lvl1pPr marL="0" marR="0" indent="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228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41076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kumimoji="1" lang="zh-Hans" altLang="en-US" b="1" dirty="0">
                <a:solidFill>
                  <a:schemeClr val="bg1"/>
                </a:solidFill>
              </a:rPr>
              <a:t>交易竞赛</a:t>
            </a:r>
            <a:r>
              <a:rPr kumimoji="1" lang="en-US" altLang="zh-Hans" b="1" dirty="0">
                <a:solidFill>
                  <a:schemeClr val="bg1"/>
                </a:solidFill>
              </a:rPr>
              <a:t>-</a:t>
            </a:r>
            <a:r>
              <a:rPr kumimoji="1" lang="zh-Hans" altLang="en-US" b="1" dirty="0">
                <a:solidFill>
                  <a:schemeClr val="bg1"/>
                </a:solidFill>
              </a:rPr>
              <a:t>欢乐做多场</a:t>
            </a:r>
            <a:endParaRPr kumimoji="1"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171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95D563-10D2-F84B-B0E4-8A037F072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19" y="424806"/>
            <a:ext cx="2874441" cy="51091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D08F5F2-6FD7-C745-B2D9-37B1887B5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11" y="424805"/>
            <a:ext cx="3015449" cy="510915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C1AA483-4916-094D-835F-9A185924EA3C}"/>
              </a:ext>
            </a:extLst>
          </p:cNvPr>
          <p:cNvSpPr/>
          <p:nvPr/>
        </p:nvSpPr>
        <p:spPr>
          <a:xfrm>
            <a:off x="1278168" y="2213474"/>
            <a:ext cx="1608026" cy="12155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622FF4-DF71-3D41-9870-80DC560458A1}"/>
              </a:ext>
            </a:extLst>
          </p:cNvPr>
          <p:cNvSpPr/>
          <p:nvPr/>
        </p:nvSpPr>
        <p:spPr>
          <a:xfrm>
            <a:off x="5072067" y="2689766"/>
            <a:ext cx="3200400" cy="5963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B7F723-E8F8-8A4D-BBB2-8438559BB3C3}"/>
              </a:ext>
            </a:extLst>
          </p:cNvPr>
          <p:cNvSpPr txBox="1"/>
          <p:nvPr/>
        </p:nvSpPr>
        <p:spPr>
          <a:xfrm>
            <a:off x="1328738" y="5957888"/>
            <a:ext cx="1020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点击“交易竞赛”、选择欢乐做多场（可使用道具，只能做多），自动匹配对手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2993401-8185-D34D-AECA-09CC53D37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975" y="400929"/>
            <a:ext cx="2895230" cy="513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9909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64B626-F272-224C-AE59-83C9909C178E}"/>
              </a:ext>
            </a:extLst>
          </p:cNvPr>
          <p:cNvSpPr txBox="1"/>
          <p:nvPr/>
        </p:nvSpPr>
        <p:spPr>
          <a:xfrm>
            <a:off x="1328738" y="5957888"/>
            <a:ext cx="1020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1800" dirty="0">
                <a:solidFill>
                  <a:schemeClr val="bg2"/>
                </a:solidFill>
              </a:rPr>
              <a:t>除原来的交易功能外，欢乐场可使用道具，点击左边除自己外的人物头像，即可选择道具投放</a:t>
            </a:r>
            <a:endParaRPr kumimoji="1" lang="zh-CN" altLang="en-US" sz="1800" dirty="0">
              <a:solidFill>
                <a:schemeClr val="bg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1380C4-F1F9-714D-ABD3-28A04ED99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3" y="128588"/>
            <a:ext cx="3306896" cy="54578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D99FAD-7438-734B-836A-CE470F14F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208" y="128588"/>
            <a:ext cx="3306896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98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A35481-ECE5-5B4F-A5E7-AC533161E149}"/>
              </a:ext>
            </a:extLst>
          </p:cNvPr>
          <p:cNvSpPr txBox="1"/>
          <p:nvPr/>
        </p:nvSpPr>
        <p:spPr>
          <a:xfrm>
            <a:off x="1327562" y="6015038"/>
            <a:ext cx="934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Hans" altLang="en-US" sz="2000" dirty="0">
                <a:solidFill>
                  <a:schemeClr val="bg2"/>
                </a:solidFill>
              </a:rPr>
              <a:t>道具效果</a:t>
            </a:r>
            <a:endParaRPr kumimoji="1" lang="zh-CN" altLang="en-US" sz="2000" dirty="0">
              <a:solidFill>
                <a:schemeClr val="bg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ED62BB3-0240-E241-B95F-2032B2094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41" y="414337"/>
            <a:ext cx="3136447" cy="54578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D702B0-E5B1-924B-9EFC-FC9567D95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590" y="414337"/>
            <a:ext cx="2889874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585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画板 2@4x.png" descr="画板 2@4x.png"/>
          <p:cNvPicPr>
            <a:picLocks noChangeAspect="1"/>
          </p:cNvPicPr>
          <p:nvPr/>
        </p:nvPicPr>
        <p:blipFill>
          <a:blip r:embed="rId2">
            <a:alphaModFix amt="49627"/>
          </a:blip>
          <a:stretch>
            <a:fillRect/>
          </a:stretch>
        </p:blipFill>
        <p:spPr>
          <a:xfrm>
            <a:off x="-209270" y="564189"/>
            <a:ext cx="15096501" cy="6099423"/>
          </a:xfrm>
          <a:prstGeom prst="rect">
            <a:avLst/>
          </a:prstGeom>
          <a:ln w="3175">
            <a:miter lim="400000"/>
          </a:ln>
        </p:spPr>
      </p:pic>
      <p:sp>
        <p:nvSpPr>
          <p:cNvPr id="182" name="谢谢观看"/>
          <p:cNvSpPr txBox="1"/>
          <p:nvPr/>
        </p:nvSpPr>
        <p:spPr>
          <a:xfrm>
            <a:off x="5322997" y="2323232"/>
            <a:ext cx="1996679" cy="72668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t>谢谢观看</a:t>
            </a:r>
          </a:p>
        </p:txBody>
      </p:sp>
      <p:grpSp>
        <p:nvGrpSpPr>
          <p:cNvPr id="185" name="成组"/>
          <p:cNvGrpSpPr/>
          <p:nvPr/>
        </p:nvGrpSpPr>
        <p:grpSpPr>
          <a:xfrm>
            <a:off x="5219069" y="5074647"/>
            <a:ext cx="2204535" cy="1052106"/>
            <a:chOff x="0" y="73725"/>
            <a:chExt cx="2204533" cy="1052105"/>
          </a:xfrm>
        </p:grpSpPr>
        <p:pic>
          <p:nvPicPr>
            <p:cNvPr id="183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20" y="73725"/>
              <a:ext cx="2077694" cy="551883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184" name="懂你AI你，比你更懂你"/>
            <p:cNvSpPr txBox="1"/>
            <p:nvPr/>
          </p:nvSpPr>
          <p:spPr>
            <a:xfrm>
              <a:off x="0" y="767453"/>
              <a:ext cx="2204534" cy="358379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26789" tIns="26789" rIns="26789" bIns="26789" numCol="1" anchor="ctr">
              <a:spAutoFit/>
            </a:bodyPr>
            <a:lstStyle>
              <a:lvl1pPr algn="l">
                <a:defRPr sz="1700">
                  <a:solidFill>
                    <a:srgbClr val="CAA354"/>
                  </a:solidFill>
                  <a:latin typeface="PingFang SC Regular"/>
                  <a:ea typeface="PingFang SC Regular"/>
                  <a:cs typeface="PingFang SC Regular"/>
                  <a:sym typeface="PingFang SC Regular"/>
                </a:defRPr>
              </a:lvl1pPr>
            </a:lstStyle>
            <a:p>
              <a:r>
                <a:t>懂你AI你，比你更懂你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186</Words>
  <Application>Microsoft Macintosh PowerPoint</Application>
  <PresentationFormat>Widescreen</PresentationFormat>
  <Paragraphs>18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PingFang SC Light</vt:lpstr>
      <vt:lpstr>PingFang SC Regular</vt:lpstr>
      <vt:lpstr>PingFang SC Semibold</vt:lpstr>
      <vt:lpstr>SimSun</vt:lpstr>
      <vt:lpstr>Arial Black</vt:lpstr>
      <vt:lpstr>Helvetica Light</vt:lpstr>
      <vt:lpstr>Helvetica Neue</vt:lpstr>
      <vt:lpstr>Helvetica Neue Light</vt:lpstr>
      <vt:lpstr>Helvetica Neue Medium</vt:lpstr>
      <vt:lpstr>Helvetica Neue Thin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mark lin</cp:lastModifiedBy>
  <cp:revision>3</cp:revision>
  <dcterms:modified xsi:type="dcterms:W3CDTF">2019-07-16T06:48:11Z</dcterms:modified>
</cp:coreProperties>
</file>