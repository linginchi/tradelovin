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Shape 7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Shape 7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Shape 8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Shape 8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Shape 9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Shape 10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2017.12.21 </a:t>
            </a:r>
            <a:r>
              <a:rPr lang="zh-CN"/>
              <a:t>Thu</a:t>
            </a:r>
            <a:endParaRPr/>
          </a:p>
        </p:txBody>
      </p:sp>
      <p:sp>
        <p:nvSpPr>
          <p:cNvPr id="55" name="Shape 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CN"/>
              <a:t>UI及</a:t>
            </a:r>
            <a:r>
              <a:rPr lang="zh-CN"/>
              <a:t>功能設計</a:t>
            </a:r>
            <a:endParaRPr/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CN"/>
              <a:t>技術及部署方案</a:t>
            </a:r>
            <a:endParaRPr/>
          </a:p>
          <a:p>
            <a: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CN"/>
              <a:t>其他討論內容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UI設計及功能（1）——功能入口1</a:t>
            </a:r>
            <a:endParaRPr/>
          </a:p>
        </p:txBody>
      </p:sp>
      <p:pic>
        <p:nvPicPr>
          <p:cNvPr id="61" name="Shape 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275" y="1127500"/>
            <a:ext cx="801636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UI設計及功能（2）</a:t>
            </a:r>
            <a:r>
              <a:rPr lang="zh-CN"/>
              <a:t>——功能入口2</a:t>
            </a:r>
            <a:endParaRPr/>
          </a:p>
        </p:txBody>
      </p:sp>
      <p:pic>
        <p:nvPicPr>
          <p:cNvPr id="67" name="Shape 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588" y="1017725"/>
            <a:ext cx="772481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UI設計及功能（2）——UI設計詳情</a:t>
            </a:r>
            <a:endParaRPr/>
          </a:p>
        </p:txBody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x="311700" y="1152475"/>
            <a:ext cx="538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功能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形態分析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市場追蹤</a:t>
            </a:r>
            <a:endParaRPr/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UI詳見原圖設計</a:t>
            </a:r>
            <a:endParaRPr/>
          </a:p>
          <a:p>
            <a: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https://pro.modao.cc/app/85c81d97149b11d8f8a17549b39501f5bbeb09a8</a:t>
            </a:r>
            <a:endParaRPr/>
          </a:p>
        </p:txBody>
      </p:sp>
      <p:pic>
        <p:nvPicPr>
          <p:cNvPr id="74" name="Shape 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0563" y="1017713"/>
            <a:ext cx="1190625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UI設計及功能需求交流（2017.12.21）</a:t>
            </a:r>
            <a:endParaRPr/>
          </a:p>
        </p:txBody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311700" y="1017725"/>
            <a:ext cx="8710800" cy="38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/>
              <a:t>1、UI</a:t>
            </a:r>
            <a:r>
              <a:rPr lang="zh-CN" sz="1400"/>
              <a:t>界面底色由黑色換成白色，與交銀國際APP風格適配</a:t>
            </a:r>
            <a:endParaRPr sz="1400"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zh-CN" sz="1400"/>
              <a:t>2、多形態需要再優化展示方式</a:t>
            </a:r>
            <a:endParaRPr sz="1400"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zh-CN" sz="1400"/>
              <a:t>3、</a:t>
            </a:r>
            <a:r>
              <a:rPr lang="zh-CN" sz="1400"/>
              <a:t>個人歷史數據、個股歷史數據需要換個醒目的名稱</a:t>
            </a:r>
            <a:endParaRPr sz="1400"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zh-CN" sz="1400"/>
              <a:t>4、個股歷史數據中添加一項“形態出現天數”</a:t>
            </a:r>
            <a:endParaRPr sz="1400"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zh-CN" sz="1400"/>
              <a:t>5、由於數據交互原因加自選和下單功能需要調整，暫時將“操作”選項隱藏。後期數據交互能優化再講table進行展示</a:t>
            </a:r>
            <a:endParaRPr sz="1400"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zh-CN" sz="1400"/>
              <a:t>6、形態應用中的“當前價”改為“上個交易日收盤價”</a:t>
            </a:r>
            <a:endParaRPr sz="1400"/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zh-CN" sz="1400"/>
              <a:t>7、行情數據使用的監管牌照問題，行情縮略圖、指標形態圖、股票代碼、漲跌幅展示是否合規，需要進一步確認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/>
              <a:t>1、</a:t>
            </a:r>
            <a:r>
              <a:rPr lang="zh-CN" sz="1400"/>
              <a:t>入口選擇：初步選定TSCI的方案三入口，將智能形態分析生成單獨的table鍵，和持倉、委託、查詢並列</a:t>
            </a:r>
            <a:endParaRPr sz="1400"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zh-CN" sz="1400"/>
              <a:t>2、K線</a:t>
            </a:r>
            <a:r>
              <a:rPr lang="zh-CN" sz="1400"/>
              <a:t>形態切換的交互設計（通過標籤虛實展示切換形態，並且圖文同步變化）</a:t>
            </a:r>
            <a:endParaRPr sz="1400"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zh-CN" sz="1400"/>
              <a:t>3、“個股畫像”中突出顯示“平均收益率”，和用戶交易畫像的“平均收益率”形成對比效果</a:t>
            </a:r>
            <a:endParaRPr sz="1400"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zh-CN" sz="1400"/>
              <a:t>4、將“個股畫像”名稱換成“智能形態畫像”，突出個股形態信息，和“用戶交易畫像”對應（名稱需要再確認如何修改）</a:t>
            </a:r>
            <a:endParaRPr sz="1400"/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6" name="Shape 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UI設計及功能需求交流（2018.1.4）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技術及部署方案</a:t>
            </a:r>
            <a:endParaRPr/>
          </a:p>
        </p:txBody>
      </p:sp>
      <p:sp>
        <p:nvSpPr>
          <p:cNvPr id="92" name="Shape 92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/>
              <a:t>1, 與</a:t>
            </a:r>
            <a:r>
              <a:rPr lang="zh-CN" sz="1400"/>
              <a:t>TSCI集成採用FDTAI創建Session的方式</a:t>
            </a:r>
            <a:r>
              <a:rPr lang="zh-CN" sz="1200"/>
              <a:t>：</a:t>
            </a:r>
            <a:r>
              <a:rPr lang="zh-CN" sz="1400"/>
              <a:t>a) FDTAI提供接口給TSCI，當用戶點擊FDTAI入口時創建session，用戶登出APP時銷毀session，另外需要TSCI提供APP本身session管理的機制(是否會renew？有效時間多長？)，兩邊的session盡量一致；b) SH DMZ TSCI CMS需要開通網絡訪問HK 內網的FDTAI Gateway；c）支持用戶在未登陸下也可以瀏覽FDTAI頁面，此時TSCI不需要調用session接口</a:t>
            </a:r>
            <a:endParaRPr sz="1400"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zh-CN" sz="1400"/>
              <a:t>2，機器需求：a) 生產環境：DMZ 2 台 VM for reverse Proxy, 不需要HA，是backup目的；內網2台VM for gateway，HA，每台會包含數據庫和緩存（會議上談到需要單獨給緩存新加機器，後來我們考慮為了避免過於複雜而取消，只保留Gateway）b）UAT環境：reverse proxy和gateway均為一台，Spec比生產環境的稍差就可以，不需要另外購買新機器；c）gateway的數據備份方案為定期export data到harddisk，由交銀同事用tape做備份；d）所有新加的機器都用DNS來訪問，gateway的load balance由FDTAI的Reverse Proxy控制</a:t>
            </a:r>
            <a:endParaRPr sz="1400"/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zh-CN" sz="1400"/>
              <a:t>3，其他：a）需要購買SSL cert for H5頁面，域名初定為fdtai.bocomgroup.com和fdtai-test.bocomgroup.com；b）VPN和leased line的報價進行中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其他討論要點</a:t>
            </a:r>
            <a:endParaRPr/>
          </a:p>
        </p:txBody>
      </p:sp>
      <p:sp>
        <p:nvSpPr>
          <p:cNvPr id="98" name="Shape 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CN"/>
              <a:t>由於數據流通過Vendor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CN"/>
              <a:t>“自選股”需要Vendor方面提供接口來獲取數據；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CN"/>
              <a:t>“持倉”添加后的技術分析需要T+1天才可以顯示到頁面；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需要解決的問題</a:t>
            </a:r>
            <a:endParaRPr/>
          </a:p>
        </p:txBody>
      </p:sp>
      <p:sp>
        <p:nvSpPr>
          <p:cNvPr id="104" name="Shape 10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（Caleb)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2800">
                <a:solidFill>
                  <a:schemeClr val="dk1"/>
                </a:solidFill>
              </a:rPr>
              <a:t>1. 只有登錄用戶可以進入形態分析功能</a:t>
            </a:r>
            <a:endParaRPr sz="28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>
                <a:solidFill>
                  <a:schemeClr val="dk1"/>
                </a:solidFill>
              </a:rPr>
              <a:t>2. 登錄用戶只可以看到自己持倉的股票列表</a:t>
            </a:r>
            <a:endParaRPr sz="2800">
              <a:solidFill>
                <a:schemeClr val="dk1"/>
              </a:solidFill>
            </a:endParaRPr>
          </a:p>
          <a:p>
            <a:pPr indent="142240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>
                <a:solidFill>
                  <a:schemeClr val="dk1"/>
                </a:solidFill>
              </a:rPr>
              <a:t>功能覆蓋面太小，起不到“活躍用戶”和“增強粘性”的效果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