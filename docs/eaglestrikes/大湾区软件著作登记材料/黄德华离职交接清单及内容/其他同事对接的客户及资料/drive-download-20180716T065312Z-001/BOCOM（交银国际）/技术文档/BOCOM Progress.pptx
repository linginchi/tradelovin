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BOCOM Project</a:t>
            </a:r>
            <a:endParaRPr/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Kickstart Dec 11st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</a:t>
            </a:r>
            <a:endParaRPr/>
          </a:p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 28 - UAT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Mar 15 - Release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Meet (or video) every two week with BOCOM</a:t>
            </a:r>
            <a:endParaRPr/>
          </a:p>
          <a:p>
            <a: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Communicate every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Crew</a:t>
            </a:r>
            <a:endParaRPr/>
          </a:p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PM: </a:t>
            </a:r>
            <a:r>
              <a:rPr lang="en"/>
              <a:t>zhouwen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Members: Andy, Fabio, Jia, Caleb, Jack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